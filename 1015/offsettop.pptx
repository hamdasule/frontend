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5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F46B3-2D99-4C9E-A83A-B85367080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2E162E-5A40-4F61-BF1F-87824A7DC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5EBD60-68D9-4974-A23E-585693CE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EE4-6744-48EF-B6B7-B061F5A68C84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3398F9-E896-4059-BDA8-00466B70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831E8E-375A-4309-B725-FC56894EE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590E-9AD8-4811-BFD3-655F547CA0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337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4D770B-26CB-49FF-B0F6-3BB0671E3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590218-63D4-4988-9F4A-BD79DF5E2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BA07BD-6AFC-4914-9C80-D9ED7FACD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EE4-6744-48EF-B6B7-B061F5A68C84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029F7A-D3F4-4A35-BFC6-91355A3A5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C4FC55-F1F8-4AF8-9779-BE09651D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590E-9AD8-4811-BFD3-655F547CA0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01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6DF72-5788-4B7B-BAF9-1E0541C76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EB72BF-CE13-4F78-95EC-AD15DDC32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BC915B-234E-4B77-87CA-0CF9AE0A5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EE4-6744-48EF-B6B7-B061F5A68C84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6BE814-28D8-4642-AEBB-3F30CFA88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5649D1-3F97-4368-B8ED-EB8DEF13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590E-9AD8-4811-BFD3-655F547CA0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037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94F5A-3765-42BD-AB66-01B5D195F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0EE21D-17DB-4875-9448-A91A07B7B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2F7027-66A0-485B-8E4F-9D0AF511B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3AD74A-A43E-4723-931F-7786DB701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EE4-6744-48EF-B6B7-B061F5A68C84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2E4E16-AB37-4693-B1D2-C5B14BBA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C8C2CB-6BC3-495A-9648-178397E7D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590E-9AD8-4811-BFD3-655F547CA0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41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0AED5-F848-499C-B296-003EC15D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6CB990-AA58-454B-A4D8-FB7D5DAE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24B313-D270-44DF-AFC9-9831F87D2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3FAA56-68D8-4BF8-9E22-432054046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FFFE2B-6E6A-4E60-A7D6-10EFBCE60B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2D97A7-960E-467C-8739-4350323DF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EE4-6744-48EF-B6B7-B061F5A68C84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EF76255-15A1-4E33-BF14-7F61C2CC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54B9E7-4D7B-4EC3-8F5C-91BF4FA4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590E-9AD8-4811-BFD3-655F547CA0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505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EFB9B-5016-42BD-BB71-0E054F890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8269DB-6365-40DE-8A4E-2444F533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EE4-6744-48EF-B6B7-B061F5A68C84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91B24E-EB4C-4ACA-A78A-3C6BC0BB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6B0505-F351-4B42-8F18-86DE9831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590E-9AD8-4811-BFD3-655F547CA0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7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E03236-6D66-44EE-BD76-C107E1765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EE4-6744-48EF-B6B7-B061F5A68C84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01AAE9-6CBB-4001-B825-4474009C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F36DFA-7658-43B1-A8C6-A0434AB8D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590E-9AD8-4811-BFD3-655F547CA0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228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DEAB1-5FD9-4419-9991-C1DD9EA3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CE4E7E-7428-40F1-BFBB-9206280D0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B7A7B8-3469-43CD-9A9E-2ED2E4AAF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091419-56A1-415A-A393-BD5552938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EE4-6744-48EF-B6B7-B061F5A68C84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DD50AF-A4BA-45BA-94E8-D9C668084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5D47B6-E7FF-4069-8FBA-7CB476347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590E-9AD8-4811-BFD3-655F547CA0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755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0796BC-8CD8-4F4B-B844-35105ACA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F1E301-E9C4-4DDF-89EA-E28F5A209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1E0D0C-B062-472C-9C54-1AB3BFE3A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7CCC8B-6938-4A40-B511-23DEA3458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EE4-6744-48EF-B6B7-B061F5A68C84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CF791-B8E6-458D-AC4A-027270DA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0C56B6-851F-452B-BBFF-E994E247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590E-9AD8-4811-BFD3-655F547CA0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11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0671A-272A-4569-AA85-63F100AB5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C4FD7C-3254-46B9-98DD-846BB5262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072D3C-5B93-4D86-9750-7B7CD2AC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EE4-6744-48EF-B6B7-B061F5A68C84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0BD3BE-364A-4629-A576-5EFACD21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D64EF1-9A30-4144-A600-CF3D60553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590E-9AD8-4811-BFD3-655F547CA0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356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8EB060-C163-473C-ABB3-E61505ED38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DF71CF-55D8-4A9C-AC27-C7690F163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47CB62-D203-46F5-B1E5-52E1D5020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EE4-6744-48EF-B6B7-B061F5A68C84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A784AA-E6CB-446A-B2FB-A883A1FD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336CDD-739D-4ABF-AE4C-6D5F2D7F2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590E-9AD8-4811-BFD3-655F547CA0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913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55F894D-B2CD-4023-A928-2CCC858C1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A421DF-0AFB-4E7E-8C0F-F63FF9D90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FE06D4-C271-4748-B9E7-F30A2EAF9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33EE4-6744-48EF-B6B7-B061F5A68C84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E88E7A-99BB-4388-8740-FFADADED8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E3D102-C675-4E15-A198-AF553AFABC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3590E-9AD8-4811-BFD3-655F547CA0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623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62B103A-7856-4DB2-9843-0807679721F3}"/>
              </a:ext>
            </a:extLst>
          </p:cNvPr>
          <p:cNvSpPr/>
          <p:nvPr/>
        </p:nvSpPr>
        <p:spPr>
          <a:xfrm>
            <a:off x="3245707" y="543697"/>
            <a:ext cx="1367481" cy="1095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FB9C4F-F834-432C-BE17-C0D6C25284D2}"/>
              </a:ext>
            </a:extLst>
          </p:cNvPr>
          <p:cNvSpPr/>
          <p:nvPr/>
        </p:nvSpPr>
        <p:spPr>
          <a:xfrm>
            <a:off x="3245707" y="1659925"/>
            <a:ext cx="1367481" cy="1095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41B746-D505-424E-93EC-370410843E94}"/>
              </a:ext>
            </a:extLst>
          </p:cNvPr>
          <p:cNvSpPr/>
          <p:nvPr/>
        </p:nvSpPr>
        <p:spPr>
          <a:xfrm>
            <a:off x="3245706" y="2776153"/>
            <a:ext cx="1367481" cy="1095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F1A02D-042F-403D-B5FC-4CA061694598}"/>
              </a:ext>
            </a:extLst>
          </p:cNvPr>
          <p:cNvSpPr/>
          <p:nvPr/>
        </p:nvSpPr>
        <p:spPr>
          <a:xfrm>
            <a:off x="3245706" y="3871786"/>
            <a:ext cx="1367481" cy="1095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3EDFD6B-B304-47FD-9C5F-F09504B9BACD}"/>
              </a:ext>
            </a:extLst>
          </p:cNvPr>
          <p:cNvCxnSpPr/>
          <p:nvPr/>
        </p:nvCxnSpPr>
        <p:spPr>
          <a:xfrm>
            <a:off x="4613187" y="543697"/>
            <a:ext cx="11450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E0AB72-31B4-4B17-9ADB-B059F91D0706}"/>
              </a:ext>
            </a:extLst>
          </p:cNvPr>
          <p:cNvSpPr txBox="1"/>
          <p:nvPr/>
        </p:nvSpPr>
        <p:spPr>
          <a:xfrm>
            <a:off x="6021859" y="359031"/>
            <a:ext cx="460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a0 = $(‘.container &gt; div').eq(0).offset().top;</a:t>
            </a:r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BCB1792-A425-471B-8DBA-2F09B9B9398F}"/>
              </a:ext>
            </a:extLst>
          </p:cNvPr>
          <p:cNvCxnSpPr/>
          <p:nvPr/>
        </p:nvCxnSpPr>
        <p:spPr>
          <a:xfrm>
            <a:off x="4613186" y="2763795"/>
            <a:ext cx="13098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3449F66-62F5-4831-8F11-674BBB0EECF5}"/>
              </a:ext>
            </a:extLst>
          </p:cNvPr>
          <p:cNvCxnSpPr/>
          <p:nvPr/>
        </p:nvCxnSpPr>
        <p:spPr>
          <a:xfrm>
            <a:off x="5185718" y="543697"/>
            <a:ext cx="0" cy="1116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A701CD6-68BF-4251-B716-F4E198B52F62}"/>
              </a:ext>
            </a:extLst>
          </p:cNvPr>
          <p:cNvSpPr txBox="1"/>
          <p:nvPr/>
        </p:nvSpPr>
        <p:spPr>
          <a:xfrm>
            <a:off x="6161902" y="1639330"/>
            <a:ext cx="460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a1 = $(‘.container &gt; div').eq(1).offset().top;</a:t>
            </a:r>
            <a:endParaRPr lang="ko-KR" altLang="en-US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718383B-71B4-4D26-9863-A7579259A2BB}"/>
              </a:ext>
            </a:extLst>
          </p:cNvPr>
          <p:cNvCxnSpPr/>
          <p:nvPr/>
        </p:nvCxnSpPr>
        <p:spPr>
          <a:xfrm>
            <a:off x="4613186" y="1664044"/>
            <a:ext cx="13098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E8AAAC7-87F6-40A5-BA73-C666B952C941}"/>
              </a:ext>
            </a:extLst>
          </p:cNvPr>
          <p:cNvCxnSpPr/>
          <p:nvPr/>
        </p:nvCxnSpPr>
        <p:spPr>
          <a:xfrm>
            <a:off x="5519351" y="543697"/>
            <a:ext cx="0" cy="2211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30E90D4-846B-4090-A27B-C5281FD501AA}"/>
              </a:ext>
            </a:extLst>
          </p:cNvPr>
          <p:cNvSpPr txBox="1"/>
          <p:nvPr/>
        </p:nvSpPr>
        <p:spPr>
          <a:xfrm>
            <a:off x="6096000" y="2591487"/>
            <a:ext cx="5375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a2 = $(‘.container &gt; div').eq(2).offset().top; //1938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4091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47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i7F-00</dc:creator>
  <cp:lastModifiedBy>tjoeun</cp:lastModifiedBy>
  <cp:revision>3</cp:revision>
  <dcterms:created xsi:type="dcterms:W3CDTF">2024-02-19T06:28:24Z</dcterms:created>
  <dcterms:modified xsi:type="dcterms:W3CDTF">2025-10-15T04:06:33Z</dcterms:modified>
</cp:coreProperties>
</file>